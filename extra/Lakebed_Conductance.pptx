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94" d="100"/>
          <a:sy n="94" d="100"/>
        </p:scale>
        <p:origin x="45" y="1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028D9-51A9-4147-807F-8F8CBBED7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561A2-469B-45F9-887E-629AC4556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5CF2-A1AE-4431-82D4-C6AC151A6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870C-3BE9-48B3-A179-47B948ECF08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2DA56-CF65-450C-873B-1462E6A83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9AE7F-3FDA-4E20-909B-EBF04CE35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3CD69-CAAD-47BE-8948-34978F0A8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29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FD64-265F-4664-8D0F-99ED5FA6C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4658B-7285-4EFC-86EA-8A820C8F1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C0427-CF98-4E24-B8BD-B4C3C5651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870C-3BE9-48B3-A179-47B948ECF08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E8817-7EB1-4500-8CC3-06A524221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ABFD-6E80-4BEE-AE12-BD0719919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3CD69-CAAD-47BE-8948-34978F0A8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22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F8929-69B2-42E9-B249-89A0619C8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B3D59-749E-4E59-A3DE-52BFBAA32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DD47C-BBCA-46C5-BABB-4FB3D8988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870C-3BE9-48B3-A179-47B948ECF08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6F86B-2F94-4EB6-BFC0-722E6C85B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FBBE6-52B4-4B9C-BB1D-7B8D1C385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3CD69-CAAD-47BE-8948-34978F0A8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62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DF6E8-AEBB-4EA6-B626-80673D286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4A23E-C721-4BB7-8094-48761F5109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8710DC-5EBD-4E02-8428-4E73466BB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BFDCB-76E5-46AB-AAB7-39A97C91E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870C-3BE9-48B3-A179-47B948ECF08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36666-2675-4BC4-B657-597E19F10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0108F-8127-43AC-A047-7C408265F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3CD69-CAAD-47BE-8948-34978F0A8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057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DE2A7-AE37-46B7-91D6-B777D8D98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629D7-4E6C-4373-90F7-FBCBB4F52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14C15-BEC2-4F31-A335-6630E87E3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D627E4-A616-42F9-A07B-E97B9DCEA4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952760-6868-4F51-AD3D-580BB1474B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DCAD61-66EE-46DA-9BC0-0012E3389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870C-3BE9-48B3-A179-47B948ECF08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C10090-8BE7-4290-8D57-F9C67B87B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DFC005-A1EC-40C0-B6DB-3DE71C58F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3CD69-CAAD-47BE-8948-34978F0A8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439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09481-5275-4FAA-AB5E-D32993794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46AB2D-ED58-4CB6-864B-3E88D18BE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870C-3BE9-48B3-A179-47B948ECF08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148B-C3B2-4D60-8B0A-FFF84C3D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2A389-EEBC-4563-9CC5-3D61C90F9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3CD69-CAAD-47BE-8948-34978F0A8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47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FADA0-2C05-4B53-8B1D-E6E50177D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870C-3BE9-48B3-A179-47B948ECF08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0BCE30-0CE9-4707-B832-307FFC051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DF3F1-977C-43B2-A576-32FBEDBDA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3CD69-CAAD-47BE-8948-34978F0A8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754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D1E0-80B4-4DA7-8142-206298D65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56281-846C-494E-86FB-6AC6A1659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599568-EEEF-41DA-8429-8468BC4D9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0CB4C-153D-4DE1-97B6-5E2239956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870C-3BE9-48B3-A179-47B948ECF08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76C59-F7D8-4F19-835B-D0AF6AA4E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B95BA-9444-473C-A456-FDB6C6AEC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3CD69-CAAD-47BE-8948-34978F0A8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51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1CAA-A20F-43D8-9E6F-02B7DE3ED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807161-2A76-4BD1-9E05-A2B2688418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5D7926-E2FD-4186-B4CA-AF29FEEBD8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8ED25-B958-490F-A5A9-2DC10B280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870C-3BE9-48B3-A179-47B948ECF08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AD829-C6FF-41D6-89F5-472D84DB1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6B758C-5DA3-4C15-AD12-9C8E01260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3CD69-CAAD-47BE-8948-34978F0A8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27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26DBC-BD29-4F09-A02F-E61BAC22A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3889C-3F42-4446-A84C-0B19AC36C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C4F07-5038-44FB-B7D1-542A3858D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870C-3BE9-48B3-A179-47B948ECF08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9A06A-620B-4B3C-9BB6-AED195C9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63D60-6F99-489F-9EC5-2109F1D4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3CD69-CAAD-47BE-8948-34978F0A8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632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BBDF33-8E3E-4AF8-A122-421DFC2AE8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2A2AAC-1A72-4DE9-81DE-E18FC62BB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3730E-50F0-4A49-A678-CC2433D07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870C-3BE9-48B3-A179-47B948ECF08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BF9F7-F27B-43F7-9844-CC4133BC3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FAEC7-CE88-47C4-8E30-E0AC8E88C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3CD69-CAAD-47BE-8948-34978F0A8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04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393A74-F2F4-4A3B-A8FF-08CA88943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37B94-6251-4FC8-971F-7F2125E8A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EDA89-6271-46C9-B869-D562C9559F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B870C-3BE9-48B3-A179-47B948ECF08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11620-1610-46F1-B02A-2C744A233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86E3C-897F-4EFF-92D7-6A16D2172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3CD69-CAAD-47BE-8948-34978F0A8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93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364D0E-FF67-44F0-8108-0D5D54CABED4}"/>
              </a:ext>
            </a:extLst>
          </p:cNvPr>
          <p:cNvSpPr/>
          <p:nvPr/>
        </p:nvSpPr>
        <p:spPr>
          <a:xfrm>
            <a:off x="2829873" y="1261262"/>
            <a:ext cx="654381" cy="618964"/>
          </a:xfrm>
          <a:prstGeom prst="rect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91E18E-9573-4A68-A666-290DCD3F5621}"/>
              </a:ext>
            </a:extLst>
          </p:cNvPr>
          <p:cNvSpPr/>
          <p:nvPr/>
        </p:nvSpPr>
        <p:spPr>
          <a:xfrm>
            <a:off x="3491270" y="1260514"/>
            <a:ext cx="654381" cy="619712"/>
          </a:xfrm>
          <a:prstGeom prst="rect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A7AE66-9E82-4BC9-8BDA-C05F6C40198A}"/>
              </a:ext>
            </a:extLst>
          </p:cNvPr>
          <p:cNvSpPr/>
          <p:nvPr/>
        </p:nvSpPr>
        <p:spPr>
          <a:xfrm>
            <a:off x="4148914" y="1260516"/>
            <a:ext cx="654381" cy="619712"/>
          </a:xfrm>
          <a:prstGeom prst="rect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35D843-15D5-487C-80FC-D50569EBBA2B}"/>
              </a:ext>
            </a:extLst>
          </p:cNvPr>
          <p:cNvSpPr/>
          <p:nvPr/>
        </p:nvSpPr>
        <p:spPr>
          <a:xfrm>
            <a:off x="4802053" y="1260513"/>
            <a:ext cx="654381" cy="618964"/>
          </a:xfrm>
          <a:prstGeom prst="rect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272D67-50E8-43D4-BB03-CAFBCF6B57E8}"/>
              </a:ext>
            </a:extLst>
          </p:cNvPr>
          <p:cNvSpPr/>
          <p:nvPr/>
        </p:nvSpPr>
        <p:spPr>
          <a:xfrm>
            <a:off x="5463450" y="1259765"/>
            <a:ext cx="654381" cy="6197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7CF120-06A1-438B-86B3-D45256F4AD5B}"/>
              </a:ext>
            </a:extLst>
          </p:cNvPr>
          <p:cNvSpPr/>
          <p:nvPr/>
        </p:nvSpPr>
        <p:spPr>
          <a:xfrm>
            <a:off x="6121094" y="1259767"/>
            <a:ext cx="654381" cy="6197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AF9AEC-3007-4EE3-9B97-34CC351899C0}"/>
              </a:ext>
            </a:extLst>
          </p:cNvPr>
          <p:cNvSpPr/>
          <p:nvPr/>
        </p:nvSpPr>
        <p:spPr>
          <a:xfrm>
            <a:off x="2829126" y="1882117"/>
            <a:ext cx="654381" cy="618964"/>
          </a:xfrm>
          <a:prstGeom prst="rect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516BE5-DC68-4CFA-B8B0-A6B22BBA9980}"/>
              </a:ext>
            </a:extLst>
          </p:cNvPr>
          <p:cNvSpPr/>
          <p:nvPr/>
        </p:nvSpPr>
        <p:spPr>
          <a:xfrm>
            <a:off x="3490523" y="1881369"/>
            <a:ext cx="654381" cy="619712"/>
          </a:xfrm>
          <a:prstGeom prst="rect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CF0DA8-976E-4641-B374-B7F0FD73BF86}"/>
              </a:ext>
            </a:extLst>
          </p:cNvPr>
          <p:cNvSpPr/>
          <p:nvPr/>
        </p:nvSpPr>
        <p:spPr>
          <a:xfrm>
            <a:off x="4148167" y="1881371"/>
            <a:ext cx="654381" cy="619712"/>
          </a:xfrm>
          <a:prstGeom prst="rect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40D453-39A7-4372-9446-5953585A28C6}"/>
              </a:ext>
            </a:extLst>
          </p:cNvPr>
          <p:cNvSpPr/>
          <p:nvPr/>
        </p:nvSpPr>
        <p:spPr>
          <a:xfrm>
            <a:off x="4801306" y="1881368"/>
            <a:ext cx="654381" cy="6189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41CC3A-A980-423F-8BFA-F02E6B5AF562}"/>
              </a:ext>
            </a:extLst>
          </p:cNvPr>
          <p:cNvSpPr/>
          <p:nvPr/>
        </p:nvSpPr>
        <p:spPr>
          <a:xfrm>
            <a:off x="5462703" y="1880620"/>
            <a:ext cx="654381" cy="6197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92F302-F4E6-4859-BAA7-F28824262F3A}"/>
              </a:ext>
            </a:extLst>
          </p:cNvPr>
          <p:cNvSpPr/>
          <p:nvPr/>
        </p:nvSpPr>
        <p:spPr>
          <a:xfrm>
            <a:off x="6120347" y="1880622"/>
            <a:ext cx="654381" cy="6197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654E74-E37B-4F4E-989F-9D0985F21F10}"/>
              </a:ext>
            </a:extLst>
          </p:cNvPr>
          <p:cNvSpPr/>
          <p:nvPr/>
        </p:nvSpPr>
        <p:spPr>
          <a:xfrm>
            <a:off x="2829125" y="2503728"/>
            <a:ext cx="654381" cy="618964"/>
          </a:xfrm>
          <a:prstGeom prst="rect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C6B99E-1322-4AE2-819B-A852670E134C}"/>
              </a:ext>
            </a:extLst>
          </p:cNvPr>
          <p:cNvSpPr/>
          <p:nvPr/>
        </p:nvSpPr>
        <p:spPr>
          <a:xfrm>
            <a:off x="3490522" y="2502980"/>
            <a:ext cx="654381" cy="619712"/>
          </a:xfrm>
          <a:prstGeom prst="rect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4462D5-E35E-4852-ABC3-BD5276A819C3}"/>
              </a:ext>
            </a:extLst>
          </p:cNvPr>
          <p:cNvSpPr/>
          <p:nvPr/>
        </p:nvSpPr>
        <p:spPr>
          <a:xfrm>
            <a:off x="4148166" y="2502982"/>
            <a:ext cx="654381" cy="6197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FC43EF-2455-4DC4-B963-EF040734DC0B}"/>
              </a:ext>
            </a:extLst>
          </p:cNvPr>
          <p:cNvSpPr/>
          <p:nvPr/>
        </p:nvSpPr>
        <p:spPr>
          <a:xfrm>
            <a:off x="4801305" y="2502979"/>
            <a:ext cx="654381" cy="6189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B72C0D-4606-4246-8B84-B826ADF45EFC}"/>
              </a:ext>
            </a:extLst>
          </p:cNvPr>
          <p:cNvSpPr/>
          <p:nvPr/>
        </p:nvSpPr>
        <p:spPr>
          <a:xfrm>
            <a:off x="5462702" y="2502231"/>
            <a:ext cx="654381" cy="6197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64765B-759E-4D4C-9D0F-88CBDF972681}"/>
              </a:ext>
            </a:extLst>
          </p:cNvPr>
          <p:cNvSpPr/>
          <p:nvPr/>
        </p:nvSpPr>
        <p:spPr>
          <a:xfrm>
            <a:off x="6120346" y="2502233"/>
            <a:ext cx="654381" cy="6197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71C5AF-49B0-4D3B-BDB9-124572C1B6CC}"/>
              </a:ext>
            </a:extLst>
          </p:cNvPr>
          <p:cNvSpPr/>
          <p:nvPr/>
        </p:nvSpPr>
        <p:spPr>
          <a:xfrm>
            <a:off x="2828378" y="3124583"/>
            <a:ext cx="654381" cy="6189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D6D536-00E6-446B-ACE2-92399B71DEDB}"/>
              </a:ext>
            </a:extLst>
          </p:cNvPr>
          <p:cNvSpPr/>
          <p:nvPr/>
        </p:nvSpPr>
        <p:spPr>
          <a:xfrm>
            <a:off x="3489775" y="3123835"/>
            <a:ext cx="654381" cy="6197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F6967E-4E6A-47F1-9EDE-3B86B91D70AB}"/>
              </a:ext>
            </a:extLst>
          </p:cNvPr>
          <p:cNvSpPr/>
          <p:nvPr/>
        </p:nvSpPr>
        <p:spPr>
          <a:xfrm>
            <a:off x="4147419" y="3123837"/>
            <a:ext cx="654381" cy="6197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C79076-4F9C-4CCB-9F50-87A2A3048CE3}"/>
              </a:ext>
            </a:extLst>
          </p:cNvPr>
          <p:cNvSpPr/>
          <p:nvPr/>
        </p:nvSpPr>
        <p:spPr>
          <a:xfrm>
            <a:off x="4800558" y="3123834"/>
            <a:ext cx="654381" cy="6189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E0C262-45C3-401B-BEFF-61C621803314}"/>
              </a:ext>
            </a:extLst>
          </p:cNvPr>
          <p:cNvSpPr/>
          <p:nvPr/>
        </p:nvSpPr>
        <p:spPr>
          <a:xfrm>
            <a:off x="5461955" y="3123086"/>
            <a:ext cx="654381" cy="6197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A6CEC0-648A-44B3-BF70-4EDAA3243E32}"/>
              </a:ext>
            </a:extLst>
          </p:cNvPr>
          <p:cNvSpPr/>
          <p:nvPr/>
        </p:nvSpPr>
        <p:spPr>
          <a:xfrm>
            <a:off x="6119599" y="3123088"/>
            <a:ext cx="654381" cy="6197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BAD848-CEE8-4E2E-9080-2AC0EBB5A305}"/>
              </a:ext>
            </a:extLst>
          </p:cNvPr>
          <p:cNvSpPr txBox="1"/>
          <p:nvPr/>
        </p:nvSpPr>
        <p:spPr>
          <a:xfrm>
            <a:off x="4474609" y="786373"/>
            <a:ext cx="3450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BDLKNC &gt; 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63DAD71-C97B-4536-B71B-9DD96580D57C}"/>
              </a:ext>
            </a:extLst>
          </p:cNvPr>
          <p:cNvCxnSpPr>
            <a:cxnSpLocks/>
          </p:cNvCxnSpPr>
          <p:nvPr/>
        </p:nvCxnSpPr>
        <p:spPr>
          <a:xfrm flipH="1" flipV="1">
            <a:off x="4982717" y="1080279"/>
            <a:ext cx="138015" cy="459802"/>
          </a:xfrm>
          <a:prstGeom prst="line">
            <a:avLst/>
          </a:prstGeom>
          <a:ln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6AF35A7-FD70-4604-9220-4CE5A41B29F9}"/>
              </a:ext>
            </a:extLst>
          </p:cNvPr>
          <p:cNvCxnSpPr>
            <a:cxnSpLocks/>
          </p:cNvCxnSpPr>
          <p:nvPr/>
        </p:nvCxnSpPr>
        <p:spPr>
          <a:xfrm flipH="1" flipV="1">
            <a:off x="4969643" y="1084063"/>
            <a:ext cx="798853" cy="456018"/>
          </a:xfrm>
          <a:prstGeom prst="line">
            <a:avLst/>
          </a:prstGeom>
          <a:ln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B40AF5D-C1CC-4BDA-8297-73F0471EFAE6}"/>
              </a:ext>
            </a:extLst>
          </p:cNvPr>
          <p:cNvCxnSpPr>
            <a:cxnSpLocks/>
          </p:cNvCxnSpPr>
          <p:nvPr/>
        </p:nvCxnSpPr>
        <p:spPr>
          <a:xfrm flipV="1">
            <a:off x="4466351" y="1081421"/>
            <a:ext cx="509548" cy="1109057"/>
          </a:xfrm>
          <a:prstGeom prst="line">
            <a:avLst/>
          </a:prstGeom>
          <a:ln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642A460-D0B0-4DFD-81CD-01A2C040B69F}"/>
              </a:ext>
            </a:extLst>
          </p:cNvPr>
          <p:cNvCxnSpPr>
            <a:cxnSpLocks/>
          </p:cNvCxnSpPr>
          <p:nvPr/>
        </p:nvCxnSpPr>
        <p:spPr>
          <a:xfrm flipH="1" flipV="1">
            <a:off x="4982717" y="1081421"/>
            <a:ext cx="138015" cy="1109057"/>
          </a:xfrm>
          <a:prstGeom prst="line">
            <a:avLst/>
          </a:prstGeom>
          <a:ln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1BB8071-7551-4EC9-BC81-8FA419758C85}"/>
              </a:ext>
            </a:extLst>
          </p:cNvPr>
          <p:cNvCxnSpPr>
            <a:cxnSpLocks/>
          </p:cNvCxnSpPr>
          <p:nvPr/>
        </p:nvCxnSpPr>
        <p:spPr>
          <a:xfrm flipV="1">
            <a:off x="3801691" y="1082172"/>
            <a:ext cx="1174208" cy="1701517"/>
          </a:xfrm>
          <a:prstGeom prst="line">
            <a:avLst/>
          </a:prstGeom>
          <a:ln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88309B5-2223-4A67-95EB-B654E0422F58}"/>
              </a:ext>
            </a:extLst>
          </p:cNvPr>
          <p:cNvCxnSpPr>
            <a:cxnSpLocks/>
          </p:cNvCxnSpPr>
          <p:nvPr/>
        </p:nvCxnSpPr>
        <p:spPr>
          <a:xfrm flipV="1">
            <a:off x="4492874" y="1085203"/>
            <a:ext cx="484164" cy="1698486"/>
          </a:xfrm>
          <a:prstGeom prst="line">
            <a:avLst/>
          </a:prstGeom>
          <a:ln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0065FC7-B9F7-4CEC-89DE-2E6625607ED2}"/>
              </a:ext>
            </a:extLst>
          </p:cNvPr>
          <p:cNvSpPr txBox="1"/>
          <p:nvPr/>
        </p:nvSpPr>
        <p:spPr>
          <a:xfrm>
            <a:off x="3450872" y="3812306"/>
            <a:ext cx="1382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BDLKNC = 0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04CE872-342B-4985-A8C3-7FD1B8225898}"/>
              </a:ext>
            </a:extLst>
          </p:cNvPr>
          <p:cNvCxnSpPr>
            <a:cxnSpLocks/>
          </p:cNvCxnSpPr>
          <p:nvPr/>
        </p:nvCxnSpPr>
        <p:spPr>
          <a:xfrm>
            <a:off x="3141804" y="3441442"/>
            <a:ext cx="658749" cy="423362"/>
          </a:xfrm>
          <a:prstGeom prst="line">
            <a:avLst/>
          </a:prstGeom>
          <a:ln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0BB5555-07BD-43B3-AABF-267D21553AAF}"/>
              </a:ext>
            </a:extLst>
          </p:cNvPr>
          <p:cNvCxnSpPr>
            <a:cxnSpLocks/>
          </p:cNvCxnSpPr>
          <p:nvPr/>
        </p:nvCxnSpPr>
        <p:spPr>
          <a:xfrm flipH="1">
            <a:off x="3803069" y="3462838"/>
            <a:ext cx="26556" cy="401966"/>
          </a:xfrm>
          <a:prstGeom prst="line">
            <a:avLst/>
          </a:prstGeom>
          <a:ln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B95634A-C203-405F-8282-BF6DC850BD72}"/>
              </a:ext>
            </a:extLst>
          </p:cNvPr>
          <p:cNvCxnSpPr/>
          <p:nvPr/>
        </p:nvCxnSpPr>
        <p:spPr>
          <a:xfrm>
            <a:off x="4026965" y="2765729"/>
            <a:ext cx="27026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A701A03-7F41-4594-8D6D-EBDBC3A94FA2}"/>
              </a:ext>
            </a:extLst>
          </p:cNvPr>
          <p:cNvCxnSpPr>
            <a:cxnSpLocks/>
          </p:cNvCxnSpPr>
          <p:nvPr/>
        </p:nvCxnSpPr>
        <p:spPr>
          <a:xfrm flipH="1">
            <a:off x="4008204" y="2841557"/>
            <a:ext cx="27026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8BD781F-BCD0-4BC9-9523-23FE09756821}"/>
              </a:ext>
            </a:extLst>
          </p:cNvPr>
          <p:cNvCxnSpPr/>
          <p:nvPr/>
        </p:nvCxnSpPr>
        <p:spPr>
          <a:xfrm>
            <a:off x="4683863" y="2170394"/>
            <a:ext cx="27026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B53A92D-0443-4EE4-8545-E28332B1A57E}"/>
              </a:ext>
            </a:extLst>
          </p:cNvPr>
          <p:cNvCxnSpPr>
            <a:cxnSpLocks/>
          </p:cNvCxnSpPr>
          <p:nvPr/>
        </p:nvCxnSpPr>
        <p:spPr>
          <a:xfrm flipH="1">
            <a:off x="4665102" y="2246222"/>
            <a:ext cx="27026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A3DD7FC-D200-4DDD-B147-7CBB9C55A569}"/>
              </a:ext>
            </a:extLst>
          </p:cNvPr>
          <p:cNvCxnSpPr/>
          <p:nvPr/>
        </p:nvCxnSpPr>
        <p:spPr>
          <a:xfrm>
            <a:off x="5337756" y="1508996"/>
            <a:ext cx="27026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54889C7-65C3-4E79-BB68-56AA36EE6062}"/>
              </a:ext>
            </a:extLst>
          </p:cNvPr>
          <p:cNvCxnSpPr>
            <a:cxnSpLocks/>
          </p:cNvCxnSpPr>
          <p:nvPr/>
        </p:nvCxnSpPr>
        <p:spPr>
          <a:xfrm flipH="1">
            <a:off x="5318995" y="1584824"/>
            <a:ext cx="27026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7E492F5-F9EC-4721-B4B1-5C8888C18FA7}"/>
              </a:ext>
            </a:extLst>
          </p:cNvPr>
          <p:cNvCxnSpPr>
            <a:cxnSpLocks/>
          </p:cNvCxnSpPr>
          <p:nvPr/>
        </p:nvCxnSpPr>
        <p:spPr>
          <a:xfrm rot="5400000">
            <a:off x="4378307" y="2517981"/>
            <a:ext cx="27026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3061C23-90D3-4501-90F0-B9267483DD9A}"/>
              </a:ext>
            </a:extLst>
          </p:cNvPr>
          <p:cNvCxnSpPr>
            <a:cxnSpLocks/>
          </p:cNvCxnSpPr>
          <p:nvPr/>
        </p:nvCxnSpPr>
        <p:spPr>
          <a:xfrm rot="5400000" flipH="1">
            <a:off x="4296485" y="2499220"/>
            <a:ext cx="27026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B707F54-7CD2-4FC0-ADBE-3747428E2052}"/>
              </a:ext>
            </a:extLst>
          </p:cNvPr>
          <p:cNvCxnSpPr>
            <a:cxnSpLocks/>
          </p:cNvCxnSpPr>
          <p:nvPr/>
        </p:nvCxnSpPr>
        <p:spPr>
          <a:xfrm rot="5400000">
            <a:off x="5008920" y="1887366"/>
            <a:ext cx="27026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400C8E3-3D45-4C52-9B8C-C6E6D6C5CCE2}"/>
              </a:ext>
            </a:extLst>
          </p:cNvPr>
          <p:cNvCxnSpPr>
            <a:cxnSpLocks/>
          </p:cNvCxnSpPr>
          <p:nvPr/>
        </p:nvCxnSpPr>
        <p:spPr>
          <a:xfrm rot="5400000" flipH="1">
            <a:off x="4927098" y="1868605"/>
            <a:ext cx="27026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F0B9271B-5E17-4789-8EAB-9144CD7782E1}"/>
              </a:ext>
            </a:extLst>
          </p:cNvPr>
          <p:cNvSpPr txBox="1"/>
          <p:nvPr/>
        </p:nvSpPr>
        <p:spPr>
          <a:xfrm>
            <a:off x="1543938" y="2632251"/>
            <a:ext cx="13823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GW-SW interaction because bottom cell BDLKNC=0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84531E7-66F2-418C-90D2-4096B1AE8C84}"/>
              </a:ext>
            </a:extLst>
          </p:cNvPr>
          <p:cNvCxnSpPr>
            <a:cxnSpLocks/>
          </p:cNvCxnSpPr>
          <p:nvPr/>
        </p:nvCxnSpPr>
        <p:spPr>
          <a:xfrm flipV="1">
            <a:off x="3162485" y="1085201"/>
            <a:ext cx="1806411" cy="1697672"/>
          </a:xfrm>
          <a:prstGeom prst="line">
            <a:avLst/>
          </a:prstGeom>
          <a:ln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EDB77D4-7B8D-4FFA-B14E-89CDF0E248B8}"/>
              </a:ext>
            </a:extLst>
          </p:cNvPr>
          <p:cNvCxnSpPr>
            <a:cxnSpLocks/>
          </p:cNvCxnSpPr>
          <p:nvPr/>
        </p:nvCxnSpPr>
        <p:spPr>
          <a:xfrm flipV="1">
            <a:off x="2577646" y="3193644"/>
            <a:ext cx="406663" cy="209446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38933AF-918C-4878-8477-671C81FE2BD8}"/>
              </a:ext>
            </a:extLst>
          </p:cNvPr>
          <p:cNvCxnSpPr>
            <a:cxnSpLocks/>
          </p:cNvCxnSpPr>
          <p:nvPr/>
        </p:nvCxnSpPr>
        <p:spPr>
          <a:xfrm flipV="1">
            <a:off x="2540203" y="3165870"/>
            <a:ext cx="1200097" cy="239099"/>
          </a:xfrm>
          <a:prstGeom prst="straightConnector1">
            <a:avLst/>
          </a:prstGeom>
          <a:ln w="1905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209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Morway, Eric</dc:creator>
  <cp:lastModifiedBy>Morway, Eric</cp:lastModifiedBy>
  <cp:revision>2</cp:revision>
  <dcterms:created xsi:type="dcterms:W3CDTF">2018-11-23T18:58:34Z</dcterms:created>
  <dcterms:modified xsi:type="dcterms:W3CDTF">2018-11-23T19:05:04Z</dcterms:modified>
</cp:coreProperties>
</file>