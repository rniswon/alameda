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4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81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7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5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92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86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8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0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68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2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1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5D1B3-A6E2-45AE-BAF1-786B2796A728}" type="datetimeFigureOut">
              <a:rPr lang="en-US" smtClean="0"/>
              <a:t>7/24/2018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8551B-DDD5-4A4C-A552-E9916D53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8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Groundwater level vs. streamflow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85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couple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There are two plots for each groundwater level – the top with streamflow vs. groundwater and the bottom with log(streamflow) vs. groundwater.  I used the groundwater elevation from the log(streamflow) plot in my calculations.</a:t>
            </a:r>
          </a:p>
          <a:p>
            <a:r>
              <a:rPr lang="en-US" dirty="0" smtClean="0"/>
              <a:t>Vertical red lines denote groundwater elevations that separate the connected and disconnected regions – based on a visual assessment</a:t>
            </a:r>
          </a:p>
          <a:p>
            <a:r>
              <a:rPr lang="en-US" dirty="0" smtClean="0"/>
              <a:t>All groundwate</a:t>
            </a:r>
            <a:r>
              <a:rPr lang="en-US" dirty="0" smtClean="0"/>
              <a:t>r levels were plotted against streamflow at the Alameda Creek below Welch Creek gauge to assess the groundwater “elevation of connection”.  Groundwater data above/below this elevation were averaged to generate groundwater “disconnected averages”/“connected averages”. </a:t>
            </a:r>
          </a:p>
          <a:p>
            <a:r>
              <a:rPr lang="en-US" dirty="0" smtClean="0"/>
              <a:t>[NOT SHOWN IN THESE SLIDES] After this, each lower watershed </a:t>
            </a:r>
            <a:r>
              <a:rPr lang="en-US" dirty="0" smtClean="0"/>
              <a:t>streamflow gauge was matched with the closest groundwater well.  </a:t>
            </a:r>
            <a:r>
              <a:rPr lang="en-US" dirty="0" err="1" smtClean="0"/>
              <a:t>Streamflows</a:t>
            </a:r>
            <a:r>
              <a:rPr lang="en-US" dirty="0" smtClean="0"/>
              <a:t> from the dates on which the groundwater elevations were above/below the “elevation of connection” were used to calculate streamflow “connected averages”/“disconnected averages”.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87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347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932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826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121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570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1169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479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49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60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m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1387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v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822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v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7533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w_vs_sf_v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186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160</Words>
  <Application>Microsoft Office PowerPoint</Application>
  <PresentationFormat>Widescreen</PresentationFormat>
  <Paragraphs>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Groundwater level vs. streamflow</vt:lpstr>
      <vt:lpstr>A couple 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Groundwater level vs. streamflow</dc:title>
  <dc:creator>Saalem Adera</dc:creator>
  <cp:lastModifiedBy>Saalem Adera</cp:lastModifiedBy>
  <cp:revision>1</cp:revision>
  <dcterms:created xsi:type="dcterms:W3CDTF">2018-07-24T23:35:48Z</dcterms:created>
  <dcterms:modified xsi:type="dcterms:W3CDTF">2018-07-25T00:03:08Z</dcterms:modified>
</cp:coreProperties>
</file>