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9" r:id="rId4"/>
    <p:sldId id="268" r:id="rId5"/>
    <p:sldId id="264" r:id="rId6"/>
    <p:sldId id="269" r:id="rId7"/>
    <p:sldId id="263" r:id="rId8"/>
    <p:sldId id="261" r:id="rId9"/>
    <p:sldId id="260" r:id="rId10"/>
    <p:sldId id="257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7" autoAdjust="0"/>
    <p:restoredTop sz="94660"/>
  </p:normalViewPr>
  <p:slideViewPr>
    <p:cSldViewPr snapToGrid="0">
      <p:cViewPr varScale="1">
        <p:scale>
          <a:sx n="80" d="100"/>
          <a:sy n="80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00FF-4F0E-483E-B661-4E69BF162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81749-12AB-40C3-9460-0C672DE9C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37745-E476-435E-AE2F-3DE30125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CB9D6-FC74-476C-9E27-1A6E519C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7CC5-5A2E-4E4F-9773-8EBE45F15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3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7CF1-75A6-49CD-9831-CD053B9F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7FC8-347E-427A-BDE7-A55F5B619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9F23-D8AD-4BF6-BF42-BBEFEBEE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E6A0A-B0D5-4A7D-A223-A5C97869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980F3-B2EC-4EB6-A80C-A3F1E795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5868-CBDC-4B5C-BF0D-509104A4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9FF5C-7E83-4E07-96DA-18C18E91C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A84D2-98A9-4A39-AF4B-9E17022A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6868B-802B-4D2D-BE99-9BB5E7B3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DD43E-4E20-4604-97F1-5980F7EC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6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989E-2390-4C4D-A01E-278459AD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88E13-C53F-4065-9612-C621AEC5C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6F6CD-0BA8-4C68-813C-A1A0EFE08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02731-51EF-43A3-9153-6AA5B3FF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4328E-B291-4447-8705-3A54A55B4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77316-8CE3-4F71-8613-5F401F53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6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269F-CC04-45C4-BFD0-9C1F5125D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B90C9-3C47-474E-BE1B-51E2CE176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FF60B-B82B-40B8-8D32-A1F65BF77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06F11-88B2-401B-9EF0-DC2AC341B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D5708-19F2-4081-BACC-792EF7CF5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6C520E-6481-4556-92B5-F9A89169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73AB94-5CE1-48A9-BC4A-AF408F48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52E65-DEDD-4EBB-93E3-BF421336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00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5397-5A6B-4012-90F1-2A5F60D5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2BF8D-5A64-4D05-A00C-8713CAE2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41B9F-3379-4734-A289-EB07887C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6A43B-6A07-4A9A-B87A-CF2530D6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6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92F80F-C111-4002-A407-A46E9DEA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99B90-027D-4F53-927A-5A687B42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FD06B-0650-495E-AC1F-6B137EA5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4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FF59-7024-4E84-B2C2-D54F5A20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F66EB-FC93-4178-BE7D-A250D8FE8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F12D1-E4A7-4EAE-88EB-40A6FA58B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276D7-42FE-4926-B68B-696E8109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FA94F-F083-45DA-A862-C9498E20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8C174-26F7-41E1-B12E-24960AC5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55B83-B726-40D1-A30D-B8AA81F3B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193D1-613B-403D-8D24-3333FB09E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79243-6F16-4341-B6B8-E6E0A51AB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F125F-5010-4E5B-96CF-D0B298E5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C8565-1C72-452C-91D3-11C5780D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785E0-70FF-4C8C-8190-7E5D1858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4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531C-79CB-48D8-89E5-73A53BEF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42893-D80F-40D7-BB28-AD36699AE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29FD6-223E-4A67-9537-9276493F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233A3-6938-48DA-8CB8-9754F954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AF7EC-CF08-4753-B42B-B0BAFEF0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0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142A2-B5E0-4FC0-AE00-1591C00F1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CA40F-FD21-445F-B701-323E2CE5C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088C0-A935-429A-BADA-36B36DB9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694D-6430-4E72-9E06-3EAC7895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3CF2D-2ED7-492E-9AD0-B9DD406B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5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B2AE67-4ADB-4335-910B-18C63E52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8A7E4-9312-44F3-BCF2-F8C876D6E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0D4CC-9BD2-483D-B851-2C6DC0E81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47623-49AB-4FC2-AACC-F5B2F2782F9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EF99D-CCCD-49B1-8CD5-31EB2B01A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41979-5DDD-43E9-A30A-B61D71264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9B667-2BE6-46A2-BAFA-2E2CA0A37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70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5612-244B-4BF3-B736-A1F88B3EC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Bottom of Layer 2 </a:t>
            </a:r>
            <a:br>
              <a:rPr lang="en-US" dirty="0"/>
            </a:br>
            <a:r>
              <a:rPr lang="en-US" dirty="0"/>
              <a:t>Elevation Interpolation Options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D0E3B-DC2A-4F72-8075-D851C53896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7/30/20</a:t>
            </a:r>
          </a:p>
        </p:txBody>
      </p:sp>
    </p:spTree>
    <p:extLst>
      <p:ext uri="{BB962C8B-B14F-4D97-AF65-F5344CB8AC3E}">
        <p14:creationId xmlns:p14="http://schemas.microsoft.com/office/powerpoint/2010/main" val="109075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9FFF-B7B6-4FA6-BF0D-4ADAB397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Chosen interpolation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BA9CC-C873-457E-B856-6D129F9A8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4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49F421-85A8-4267-AE02-B7383BF8B715}"/>
              </a:ext>
            </a:extLst>
          </p:cNvPr>
          <p:cNvSpPr txBox="1"/>
          <p:nvPr/>
        </p:nvSpPr>
        <p:spPr>
          <a:xfrm>
            <a:off x="168442" y="445168"/>
            <a:ext cx="2466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Topo to Raster Interpolation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EB03B5-4E1A-4497-BF80-2B7C36404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107" y="0"/>
            <a:ext cx="9907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5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49F421-85A8-4267-AE02-B7383BF8B715}"/>
              </a:ext>
            </a:extLst>
          </p:cNvPr>
          <p:cNvSpPr txBox="1"/>
          <p:nvPr/>
        </p:nvSpPr>
        <p:spPr>
          <a:xfrm>
            <a:off x="108288" y="372979"/>
            <a:ext cx="19097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Topo to Raster Interpolation: comparison with current bottom of layer 2 elevations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58BB02-655C-452C-AC4B-E536D421E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233" y="0"/>
            <a:ext cx="10065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1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47D604-5884-4C5D-B9EA-B474027DC914}"/>
              </a:ext>
            </a:extLst>
          </p:cNvPr>
          <p:cNvSpPr txBox="1"/>
          <p:nvPr/>
        </p:nvSpPr>
        <p:spPr>
          <a:xfrm>
            <a:off x="238772" y="397042"/>
            <a:ext cx="24664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Topo to Raster Interpolation – with extrapolation throughout entire lower watershed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D901F-CEB4-4556-B182-F6B352C6D6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891"/>
          <a:stretch/>
        </p:blipFill>
        <p:spPr>
          <a:xfrm>
            <a:off x="2935874" y="0"/>
            <a:ext cx="9155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91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47D604-5884-4C5D-B9EA-B474027DC914}"/>
              </a:ext>
            </a:extLst>
          </p:cNvPr>
          <p:cNvSpPr txBox="1"/>
          <p:nvPr/>
        </p:nvSpPr>
        <p:spPr>
          <a:xfrm>
            <a:off x="178617" y="181957"/>
            <a:ext cx="186675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Topo to Raster Interpolation – with extrapolation throughout entire lower watershed: comparison with current bottom of layer 2 elevations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82D5E-68F8-4511-A55E-BDF65BC6A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275" y="0"/>
            <a:ext cx="10056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7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16BE-5191-467D-B45A-55B0F38E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interpolations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60BF5-6DBA-4AC9-8922-4C6CD9F60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91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2FE7EF-E1BB-4CC6-8A8E-0E95B8ED1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285" y="0"/>
            <a:ext cx="902103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E92F35-2F7C-4EA1-8B1E-3A1D81F03A63}"/>
              </a:ext>
            </a:extLst>
          </p:cNvPr>
          <p:cNvSpPr txBox="1"/>
          <p:nvPr/>
        </p:nvSpPr>
        <p:spPr>
          <a:xfrm>
            <a:off x="298932" y="397042"/>
            <a:ext cx="24664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Linear Trend Interpolation</a:t>
            </a:r>
          </a:p>
        </p:txBody>
      </p:sp>
    </p:spTree>
    <p:extLst>
      <p:ext uri="{BB962C8B-B14F-4D97-AF65-F5344CB8AC3E}">
        <p14:creationId xmlns:p14="http://schemas.microsoft.com/office/powerpoint/2010/main" val="328702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385D40-4FEF-48CE-A65D-DE98F0856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065" y="0"/>
            <a:ext cx="898954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1BCFFD-EE90-446B-8AE1-06AE98CF3D9F}"/>
              </a:ext>
            </a:extLst>
          </p:cNvPr>
          <p:cNvSpPr txBox="1"/>
          <p:nvPr/>
        </p:nvSpPr>
        <p:spPr>
          <a:xfrm>
            <a:off x="298932" y="397042"/>
            <a:ext cx="24664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Inverse Distance Weighted Interpolation</a:t>
            </a:r>
          </a:p>
        </p:txBody>
      </p:sp>
    </p:spTree>
    <p:extLst>
      <p:ext uri="{BB962C8B-B14F-4D97-AF65-F5344CB8AC3E}">
        <p14:creationId xmlns:p14="http://schemas.microsoft.com/office/powerpoint/2010/main" val="3460695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4094D4-A2D4-4566-BA4A-62C7F62BB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338" y="0"/>
            <a:ext cx="890277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401C8A-5646-4207-8DA5-DEEBA303FF23}"/>
              </a:ext>
            </a:extLst>
          </p:cNvPr>
          <p:cNvSpPr txBox="1"/>
          <p:nvPr/>
        </p:nvSpPr>
        <p:spPr>
          <a:xfrm>
            <a:off x="298932" y="397042"/>
            <a:ext cx="24664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Spline Interpolation</a:t>
            </a:r>
          </a:p>
        </p:txBody>
      </p:sp>
    </p:spTree>
    <p:extLst>
      <p:ext uri="{BB962C8B-B14F-4D97-AF65-F5344CB8AC3E}">
        <p14:creationId xmlns:p14="http://schemas.microsoft.com/office/powerpoint/2010/main" val="3729293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93FAC2-16FB-4F9C-9118-8C1DB705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996" y="0"/>
            <a:ext cx="901746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6005AE-11C9-4B63-BBF5-DE309B47D632}"/>
              </a:ext>
            </a:extLst>
          </p:cNvPr>
          <p:cNvSpPr txBox="1"/>
          <p:nvPr/>
        </p:nvSpPr>
        <p:spPr>
          <a:xfrm>
            <a:off x="298932" y="397042"/>
            <a:ext cx="24664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Natural Neighbor Interpolation</a:t>
            </a:r>
          </a:p>
        </p:txBody>
      </p:sp>
    </p:spTree>
    <p:extLst>
      <p:ext uri="{BB962C8B-B14F-4D97-AF65-F5344CB8AC3E}">
        <p14:creationId xmlns:p14="http://schemas.microsoft.com/office/powerpoint/2010/main" val="241970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69</Words>
  <Application>Microsoft Office PowerPoint</Application>
  <PresentationFormat>Widescreen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Bottom of Layer 2  Elevation Interpolation Options</vt:lpstr>
      <vt:lpstr>Chosen interpolation</vt:lpstr>
      <vt:lpstr>PowerPoint Presentation</vt:lpstr>
      <vt:lpstr>PowerPoint Presentation</vt:lpstr>
      <vt:lpstr>PowerPoint Presentation</vt:lpstr>
      <vt:lpstr>PowerPoint Presentation</vt:lpstr>
      <vt:lpstr>Other interpolations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Saalem Adera</dc:creator>
  <cp:lastModifiedBy>Saalem Adera</cp:lastModifiedBy>
  <cp:revision>15</cp:revision>
  <dcterms:created xsi:type="dcterms:W3CDTF">2020-07-29T18:43:23Z</dcterms:created>
  <dcterms:modified xsi:type="dcterms:W3CDTF">2020-07-30T22:44:16Z</dcterms:modified>
</cp:coreProperties>
</file>